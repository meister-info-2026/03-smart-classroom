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0" cy="384048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출입·출석 스마트 교실 · 2차 개발 착수 브리핑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교실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3F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해부도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문 앞에 서고, 자동문이 열리고, 좌석에 앉고, 출석이 기록되기까지 — 6개의 좌석과 10개의 장치가 주고받는 JSON 한 줄까지 그대로 열어봅니다.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DB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8820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F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88820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43434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BCA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4343400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9412" y="434340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BBF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9412" y="43434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YOLOv8n · ONNX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52260" y="434340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EA3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52260" y="43434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완성본(Mock 하드웨어) 기준 · 2차 개발(라즈베리파이 5 실기기 연동 + 실제 얼굴인식) 착수 전 필독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315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시스템은 사실, 오감을 나눠 가진 팀입니다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눈으로 보고 · 뇌로 판단하고 · 손으로 움직이듯, 이 시스템도 5개 부품이 역할을 하나씩 나눠 맡습니다.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8042" y="2532888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38042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· Next.js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보는 출입·출석·재실 관제 화면이에요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8963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6925" y="253288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56925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968691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68691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 · FastAPI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005267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인증·좌석·경보 규칙을 즉시 판단해요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77846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5808" y="2532888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75808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187574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87574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· MySQL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24150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상태와 제어 이력을 적어놔요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96729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4691" y="2532888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4691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406457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06457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· YOLOv8n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43033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2대로 사람과 좌석을 지켜봐요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15612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13574" y="2532888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213574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625340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625340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 · Pi 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61916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진짜로 문을 열고 조명·경보를 켜요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한 명씩, 그리고 이들이 나누는 대화를 하나씩 살펴봅니다.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MAP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누구에게 말을 거나요?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86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64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116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관제 대시보드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306324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28575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172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+ Mock 시뮬레이터 내장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507492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9E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5184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55321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8A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클라이언트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2대 · 독립 프로세스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576B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9611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없음 · 2차 개발 시작점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240280"/>
            <a:ext cx="0" cy="82296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+ REST(JSON)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3931920"/>
            <a:ext cx="0" cy="114300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/ 조회 (PyMySQL)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497580"/>
            <a:ext cx="1737360" cy="0"/>
          </a:xfrm>
          <a:prstGeom prst="line">
            <a:avLst/>
          </a:prstGeom>
          <a:noFill/>
          <a:ln w="25400">
            <a:solidFill>
              <a:srgbClr val="DB8A1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vision/events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3497580"/>
            <a:ext cx="1737360" cy="0"/>
          </a:xfrm>
          <a:prstGeom prst="line">
            <a:avLst/>
          </a:prstGeom>
          <a:noFill/>
          <a:ln w="25400">
            <a:solidFill>
              <a:srgbClr val="E0576B"/>
            </a:solidFill>
            <a:prstDash val="dash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desired-state 계약(완성)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라즈베리파이 코드(pi/main.py)가 아예 없어요 — 하드웨어는 백엔드 안의 Mock 시뮬레이터가 대신하고 있고, 계약(REST 엔드포인트)만 미리 완성돼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6F0FD"/>
          </a:solidFill>
          <a:ln w="12700">
            <a:solidFill>
              <a:srgbClr val="A1C9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— 교사가 보는 관제 화면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· TypeScript · Tailwind CSS · Lucide Icons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타일 4개(출석 현황 · 재실·조명 · 자동문 상태 · 온습도) + 6좌석 SeatMap + 장치 카드 5개 + 센서 카드 4개 + 출석표 + 비전 로그.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불꽃 감지 시 AlertCard가 빨갛게 점멸하고, '경보 수동 해제' 버튼으로 flame_sensor를 되돌릴 수 있어요.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 카드의 '좌석 배정' 버튼을 누르면 즉시 POST /api/seats/{id}/reserve가 나가요.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4748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95604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지금의 한계: 빠른 배정 버튼은 항상 같은 학생(202601·김재민)으로 예약돼요 — 아직 학생 선택 UI가 없어요.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useSmartClassroomSocket() 훅이 받는 메시지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"seat_update",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"seats": [{ "seat_id": 3,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"status": "MISMATCH" }] 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639312"/>
            <a:ext cx="4602175" cy="1389888"/>
          </a:xfrm>
          <a:prstGeom prst="roundRect">
            <a:avLst>
              <a:gd name="adj" fmla="val 5921"/>
            </a:avLst>
          </a:prstGeom>
          <a:solidFill>
            <a:srgbClr val="1012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50608" y="3767328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로딩 시 3개를 동시에 fetch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4059936"/>
            <a:ext cx="4199839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/api/devices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/api/attendance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2700">
            <a:solidFill>
              <a:srgbClr val="CBB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 — 인증·좌석·경보를 즉시 판단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· Python · Uvicorn · WebSocket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팀은 폴더 이름이 routers/가 아니라 routes/예요: classroom(좌석·출석) · devices(장치) · vision(영상 이벤트).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팀과 달리 trigger_service.py가 따로 없어요 — 판단 로직이 routes/vision.py 안에 바로 들어있어요.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3초마다 온습도를 흔들고 WS로 뿌리는 sensor_simulator_task()가 백엔드 안에서 스스로 돌아가요.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4748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95604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backend/auth.py도 없어요 — 인증 검사 함수가 routes/devices.py 안에 직접 정의돼 있어요.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2231136"/>
          </a:xfrm>
          <a:prstGeom prst="roundRect">
            <a:avLst>
              <a:gd name="adj" fmla="val 3689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살아있는 엔드포인트(일부)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/api/seats · /api/attendance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/api/seats/{id}/reserve · /release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/api/devices/{id}/control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B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/api/v1/devices/{id}/desired-state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/api/v1/vision/events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  /ws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12700">
            <a:solidFill>
              <a:srgbClr val="93D3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— 그런데 아직 다 적지는 못해요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— 4개 테이블: devices · sensor_readings · control_log · vision_events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servo_door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자동문(servo)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1648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1376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seat_led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61376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 LED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63216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2944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neopixel_seat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172944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네오픽셀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74784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4512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84512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86351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96079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relay_light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596079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릴레이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cam_entrance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출입 웹캠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51648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61376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cam_classroom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961376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웹캠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63216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72944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reed_switch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172944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닫힘 센서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74784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84512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flame_sensor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384512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불꽃 센서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486351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96079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dht_sensor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596079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온습도 센서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402336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AF2E7"/>
          </a:solidFill>
          <a:ln w="12700">
            <a:solidFill>
              <a:srgbClr val="E7C39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1248" y="4114800"/>
            <a:ext cx="105091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PRD는 users·seats·attendance 등 10개에 가까운 표를 계획했지만, 지금 코드의 좌석·출석 정보는 DB가 아니라 routes/classroom.py의 파이썬 변수(메모리)에만 있어요 — 서버를 재시작하면 사라집니다.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F1E4"/>
          </a:solidFill>
          <a:ln w="12700">
            <a:solidFill>
              <a:srgbClr val="EFCA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— 그런데 아직 '진짜 눈'은 아니에요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OpenCV · YOLOv8n(ONNX) · onnxruntime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진짜로 동작하는 것: YOLOv8n이 COCO 클래스 중 '사람(person)'만 골라 인원수 변화를 감지해 person_detected를 보내요.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진짜가 아닌 것: 팀 주제는 '얼굴 인식'이지만, 지금 코드엔 얼굴 인식 모델이 전혀 없어요. 대신 사람이 키보드를 눌러 결과를 흉내 냅니다.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 ROI 6칸은 화면에 그려질 뿐, 실제 겹침 판정에는 쓰이지 않아요 — 좌석 상태도 키보드로 흉내 냅니다.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645920"/>
          </a:xfrm>
          <a:prstGeom prst="roundRect">
            <a:avLst>
              <a:gd name="adj" fmla="val 5000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vision/main.py 키보드 단축키 (지금의 '가짜 눈')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[E] → face_recognized   (인증 성공 흉내)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→ face_unrecognized (인증 실패 흉내)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[1~6] → seat_status     (좌석 상태 순환)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[F] → flame_detected    (화재 흉내)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개발의 핵심 미션 중 하나가 바로 이 키보드 흉내를 진짜 얼굴 인식(ONNX ArcFace 등)으로 바꾸는 것이에요.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EBED"/>
          </a:solidFill>
          <a:ln w="12700">
            <a:solidFill>
              <a:srgbClr val="F1B3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— 아직 손이 없어요, 그런데 계약은 있어요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· gpiozero/lgpio(2차 목표) · 지금은 백엔드 내장 Mock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 폴더엔 .env.example 한 장뿐이에요 — pi/main.py는 아직 존재하지 않습니다.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걱정 없어요: 백엔드의 mock_provider.py가 10개 장치를 메모리로 흉내 내며, 자동문은 5초 후 스스로 닫히고 부저는 2초 후 스스로 꺼져요.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GPIO 배치는 이미 PRD에 정해져 있어요: 자동문 GPIO18, 부저 GPIO17, 조명 릴레이 GPIO22, 리드스위치 GPIO27, 네오픽셀 GPIO10 등.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321808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230368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개발 = pi/main.py를 새로 쓰는 것 — 대상 엔드포인트는 이미 완성돼 지금 바로 curl로 테스트할 수 있어요.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pi/.env.example (지금 있는 유일한 파일)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BACKEND_URL=http://192.168.0.100:8000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DEVICE_API_KEY=your_secret_device_api_key_here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GPIOZERO_PIN_FACTORY=lgpio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연동의 규칙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부품이 대화하는 공용어 : REST API + JSON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API는 '식당 메뉴판'과 같아요 — 정확한 이름(URL)과 주문서 양식(JSON)만 지키면 음식이 나옵니다.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X-Device-Api-Key — 기계(비전 · 라즈베리파이)용. wakeup 팀 코드와 대소문자까지 완전히 동일해요.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96265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사람(대시보드)용 출입증은 아직 없어요.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인증 성공 이벤트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/api/v1/vision/events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"event_type": "face_recognized",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"details": {"student_id":"202601"} 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3639312"/>
            <a:ext cx="4602175" cy="1097280"/>
          </a:xfrm>
          <a:prstGeom prst="roundRect">
            <a:avLst>
              <a:gd name="adj" fmla="val 7500"/>
            </a:avLst>
          </a:prstGeom>
          <a:solidFill>
            <a:srgbClr val="1012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50608" y="3767328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4059936"/>
            <a:ext cx="4199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"actions_taken": ["servo_door_OPEN_5s",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"relay_light_ON"] 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FAF2E7"/>
          </a:solidFill>
          <a:ln w="12700">
            <a:solidFill>
              <a:srgbClr val="E7C3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팀은 사람 출입증 검사 자체가 코드에 없어요 — 좌석·출석 관련 엔드포인트가 전부 완전히 열려 있습니다. 실제 배포 전에는 반드시 채워야 할 부분이에요.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 RULES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 이벤트 하나가 도착하면 벌어지는 네 가지 일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routes/vision.py의 if문 하나가 이벤트 종류를 보고 즉시 반응해요.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103120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face_recognized (키보드 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93792" y="2547747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65215" y="2103120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29807" y="2103120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🚪 자동문 OPEN → 5초 후 CLOSE, 조명 ON, 좌석 LED 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02102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102102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face_unrecognized (키보드 U)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93792" y="3546729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65215" y="3102102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9807" y="3102102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🔔 부저 ON → 2초 후 자동 OFF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101084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101084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🪑 seat_status (키보드 1~6)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93792" y="4545711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65215" y="4101084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29807" y="4101084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네오픽셀 색상 변경 — 착석(초록) · 불일치(빨강 점멸) · 빈좌석(꺼짐)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100066"/>
            <a:ext cx="4480560" cy="889254"/>
          </a:xfrm>
          <a:prstGeom prst="roundRect">
            <a:avLst>
              <a:gd name="adj" fmla="val 7198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100066"/>
            <a:ext cx="415137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🔥 flame_detected (키보드 F)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193792" y="5544693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65215" y="5100066"/>
            <a:ext cx="5486400" cy="889254"/>
          </a:xfrm>
          <a:prstGeom prst="roundRect">
            <a:avLst>
              <a:gd name="adj" fmla="val 7198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29807" y="5100066"/>
            <a:ext cx="5157216" cy="889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 부저 2000Hz + 네오픽셀 적색 점멸 + 대시보드 경보 배너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608076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6172200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팀(예: 기상 시스템)처럼 하나의 긴 시나리오가 아니라, 이 팀은 서로 독립된 네 가지 규칙의 모음이에요.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↔ 실기기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스턴트 대역 배우 — DeviceProvider 패턴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대본(백엔드 코드)은 '누가' 연기하는지 몰라요 — 정해진 4개 동작만 똑같이 해내면 됩니다.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지키는 4개의 동작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get_device_status()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set_actuator_state()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read_sensor_value()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get_all_statuses()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MockDeviceProvider(가짜 배우)가 10개 장치 전부를 연기 중이에요. backend/iot/hardware_provider.py는 아직 없어서 DEVICE_MODE를 바꿔도 자동으로 Mock으로 되돌아갑니다 — 이 파일을 새로 만드는 것도 2차 개발의 일부예요.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2103120"/>
            <a:ext cx="4922215" cy="2743200"/>
          </a:xfrm>
          <a:prstGeom prst="roundRect">
            <a:avLst>
              <a:gd name="adj" fmla="val 3000"/>
            </a:avLst>
          </a:prstGeom>
          <a:solidFill>
            <a:srgbClr val="1012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30568" y="2231136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 스냅샷 (정직 버전)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30568" y="25603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문·LED·네오픽셀·부저·조명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7396" y="26151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7396" y="26151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내장 Mock 중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0175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사람(person) 감지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7396" y="30723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7396" y="30723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YOLOv8n 진짜 작동 중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4747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인식 · 좌석 판정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87396" y="35295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D843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7396" y="35295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 시뮬레이션(가짜)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39319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코드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87396" y="39867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D843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7396" y="39867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없음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43891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· Frontend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87396" y="44439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87396" y="44439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작동 중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미션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이어받을 4가지 과제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실기기 전환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pi/main.py를 아예 새로 작성합니다 — GPIO 배치는 PRD 9.2장에 이미 정해져 있어요.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부록C · 03 핸드오버 가이드 과제 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3028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30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5948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얼굴 인식 구현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93028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 E/U 흉내를 ONNX 기반 얼굴 인식(ArcFace, YuNet+SFace 등)으로 교체합니다.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좌석 판정 자동화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그려진 6개 ROI와 실제 감지 박스를 겹침 계산해 좌석 상태를 자동 판정합니다.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0148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3028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30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5948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배포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393028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→ Supabase(PostgreSQL) 마이그레이션, Render(백엔드) · Vercel(프론트) 배포.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93028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557784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AI 채팅을 열 때마다 docs/03-2차개발-생성형AI-핸드오버-가이드.md의 '시스템 프롬프트'부터 붙여넣으세요.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행선지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막히면, 여기부터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645920"/>
                <a:gridCol w="50593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필요할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전원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 슬라이드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부록A, 부록B, 부록F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· DB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부록C, 부록D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부록C(3·7장)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라즈베리파이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부록E → 부록C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영상인식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36168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확인한 것 — 5개 부품, 하나의 대화 규칙(REST + JSON), 그리고 아직 완성되지 않은 두 자리(얼굴 인식·라즈베리파이). 이제 코드를 열어보세요.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81248" y="5897880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24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678528" y="58978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7852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775808" y="5897880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7580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873088" y="5897880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7308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970368" y="5897880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7036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2026-09-06T05:36:40Z</dcterms:created>
  <dcterms:modified xsi:type="dcterms:W3CDTF">2026-09-06T05:36:40Z</dcterms:modified>
</cp:coreProperties>
</file>